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6F5F16-002B-FEDB-0C42-BEACDB037D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8B3BB7B-4219-A783-82C9-EC3707765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DBF4B9-0116-5AF5-F7F4-3A233483A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FC6F-1116-4FAB-80A8-62B831CE6F93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8FAD9F-FE4C-755E-AE1D-363A7CD4E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7AE5B9-AD2E-0115-7EAD-F7E43CB18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B26D4-2A37-4959-B620-6C2ADB89DE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147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8E53BA-B9FD-157B-1216-1D29B20D1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484D62-248E-F925-13DF-228BA82CC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86014A-8374-531C-FD69-2BADE9AAF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FC6F-1116-4FAB-80A8-62B831CE6F93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ED3AB8-9FD4-B390-37F6-88B14B8A1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C56528-5A55-F783-2FD3-9EE2F3D63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B26D4-2A37-4959-B620-6C2ADB89DE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7377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EB3665-F08A-F6B1-5471-7CD5EBB82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A76E8E-20FE-9C6B-6B2C-B2A089646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8ECB90-30E2-E98F-39E6-ED9EAF379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FC6F-1116-4FAB-80A8-62B831CE6F93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332F81-6775-AF5A-E435-BA1566E0A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A916DD-B550-F159-833D-F4F71C8D0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B26D4-2A37-4959-B620-6C2ADB89DE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3307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2E109-400D-3BCB-5DB6-0AEA97F34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922475-37CF-F216-61CE-064078DF8E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38AE33-DA13-C3B5-AF3E-381D26B72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980B17-4CAC-95DE-47AB-8EE77BFC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FC6F-1116-4FAB-80A8-62B831CE6F93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33D8EA-B1D3-5D7E-3138-708DE9C04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C73680-C29F-9A72-E692-E86DD7632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B26D4-2A37-4959-B620-6C2ADB89DE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089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48679E-A064-741A-66EA-C7D3312CD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BF9871-88EF-3812-5113-3422AECE8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0F2D52-BEE8-2514-1C19-E3263AD0C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60FA167-05E5-8BDE-7E3F-48D58D180A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27DCCA4-C85D-7419-BC09-A1E53712EE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0ECC9CC-C9DF-76E0-7981-EC12CD2E0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FC6F-1116-4FAB-80A8-62B831CE6F93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D793344-3BE7-1BBB-4EA4-0D4319C44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06DF2A5-8658-8B80-8C39-3EC6342A1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B26D4-2A37-4959-B620-6C2ADB89DE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346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D2DFDC-2D9F-507C-E924-2D8AE9750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CAB451C-96E3-5837-12E4-16C772B15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FC6F-1116-4FAB-80A8-62B831CE6F93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A1ECB03-E7B3-CA64-2371-FA0592EC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A90538A-0CA7-C569-5844-0A7876BDD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B26D4-2A37-4959-B620-6C2ADB89DE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383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A372D4B-DD50-56E5-CC3A-1A42F4AC7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FC6F-1116-4FAB-80A8-62B831CE6F93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F3356D9-DA12-3D1A-ED45-01F383BE0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DC778D-E79D-776F-0106-D0AA9877F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B26D4-2A37-4959-B620-6C2ADB89DE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4571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E49FF6-885F-CBB2-2C20-24FAF2298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48B941-5535-5298-53B7-2CFD33ACD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698B431-EA2E-8594-833D-87C2B84A6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D1C2B7-C266-F685-730A-ECC68DD2E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FC6F-1116-4FAB-80A8-62B831CE6F93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C4839C-2333-6DB8-1F6F-EA23D09EE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4AE499-4C29-3674-7515-2ED9B7399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B26D4-2A37-4959-B620-6C2ADB89DE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903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E612A1-6BEB-90E4-0AD7-FBE8DB41D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912BCA0-42D3-A783-C5A9-753797E293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968C91-302B-8E20-37F4-A79D520039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0604A5-59BB-2422-C677-CDB266D3B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FC6F-1116-4FAB-80A8-62B831CE6F93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BF6D44-FA41-1032-5034-4F0C5DB2D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413F204-605D-01BC-FD5F-9217FC5E3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B26D4-2A37-4959-B620-6C2ADB89DE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7103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51D9A7-23D6-0776-4CF7-FAA041DAE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CA021A-BD8A-CD2B-B07D-31B56E8E12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B01389-C858-1674-E8C0-9CF23B8CF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FC6F-1116-4FAB-80A8-62B831CE6F93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87227E-AC57-A8A0-46C9-2209853D5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870414-A764-D99F-8C24-A4929EECA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B26D4-2A37-4959-B620-6C2ADB89DE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3051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C1A8C70-CA1F-821D-9521-64EA6C149A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74EABC6-C8E0-D596-494A-25F3CC4900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CB1D29-13CA-DE4A-70C6-4C7301B01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FC6F-1116-4FAB-80A8-62B831CE6F93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888D5E-6371-1D5D-BBDE-B604B246A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7348E5-0BFE-EDF7-8061-896843029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B26D4-2A37-4959-B620-6C2ADB89DE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685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985CEE4-C829-409F-EBE4-BC51F67B6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86DE02-DD59-228B-1094-A9661E632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BD9FEF-A9BA-6EF3-AA68-9AFC9D2EA3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55FC6F-1116-4FAB-80A8-62B831CE6F93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67AB46-C457-EE73-B445-94D9089527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4E159B-B071-B639-77D0-60D4BB6247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B26D4-2A37-4959-B620-6C2ADB89DE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6239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it-motion.yuque.com/sd8v4v/project_doc/hck7y1g6kxqik4sr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7871C8-8D3B-23AF-D8B7-18C15DEDB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上周已完成任务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7D7BA6-1663-F9B1-6C5F-3548A4EA2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对武汉大学</a:t>
            </a:r>
            <a:r>
              <a:rPr lang="en-US" altLang="zh-CN" dirty="0"/>
              <a:t>i2nav</a:t>
            </a:r>
            <a:r>
              <a:rPr lang="zh-CN" altLang="en-US" dirty="0"/>
              <a:t>项目的</a:t>
            </a:r>
            <a:r>
              <a:rPr lang="en-US" altLang="zh-CN" dirty="0"/>
              <a:t>FIO</a:t>
            </a:r>
            <a:r>
              <a:rPr lang="zh-CN" altLang="en-US" dirty="0"/>
              <a:t>（</a:t>
            </a:r>
            <a:r>
              <a:rPr lang="en-US" altLang="zh-CN" dirty="0"/>
              <a:t>IMU+</a:t>
            </a:r>
            <a:r>
              <a:rPr lang="zh-CN" altLang="en-US" dirty="0"/>
              <a:t>雷达点云）算法进行了复现评估</a:t>
            </a:r>
            <a:endParaRPr lang="en-US" altLang="zh-CN" dirty="0"/>
          </a:p>
          <a:p>
            <a:r>
              <a:rPr lang="zh-CN" altLang="en-US" dirty="0"/>
              <a:t>完成了</a:t>
            </a:r>
            <a:r>
              <a:rPr lang="en-US" altLang="zh-CN" dirty="0"/>
              <a:t>IMU</a:t>
            </a:r>
            <a:r>
              <a:rPr lang="zh-CN" altLang="en-US" dirty="0"/>
              <a:t>误差标定的程序设计。</a:t>
            </a:r>
            <a:endParaRPr lang="en-US" altLang="zh-CN" dirty="0"/>
          </a:p>
          <a:p>
            <a:r>
              <a:rPr lang="en-US" altLang="zh-CN" dirty="0">
                <a:hlinkClick r:id="rId2"/>
              </a:rPr>
              <a:t>https://wit-motion.yuque.com/sd8v4v/project_doc</a:t>
            </a:r>
            <a:r>
              <a:rPr lang="en-US" altLang="zh-CN">
                <a:hlinkClick r:id="rId2"/>
              </a:rPr>
              <a:t>/hck7y1g6kxqik4sr</a:t>
            </a:r>
            <a:r>
              <a:rPr lang="en-US" altLang="zh-CN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1577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0AB2F5-1F18-E8A7-851F-40DF3D955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本周任务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0352E4-B36D-1102-6FF2-30CB77CC3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通过总部的转台正式完成</a:t>
            </a:r>
            <a:r>
              <a:rPr lang="en-US" altLang="zh-CN" dirty="0"/>
              <a:t>IXZ</a:t>
            </a:r>
            <a:r>
              <a:rPr lang="zh-CN" altLang="en-US" dirty="0"/>
              <a:t>三轴光纤以及维特自制的光纤的标定</a:t>
            </a:r>
            <a:endParaRPr lang="en-US" altLang="zh-CN" dirty="0"/>
          </a:p>
          <a:p>
            <a:r>
              <a:rPr lang="zh-CN" altLang="en-US" dirty="0"/>
              <a:t>标定完成后与钟工一齐进行</a:t>
            </a:r>
            <a:r>
              <a:rPr lang="en-US" altLang="zh-CN" dirty="0"/>
              <a:t>IXZ</a:t>
            </a:r>
            <a:r>
              <a:rPr lang="zh-CN" altLang="en-US" dirty="0"/>
              <a:t>三轴光纤与</a:t>
            </a:r>
            <a:r>
              <a:rPr lang="en-US" altLang="zh-CN" dirty="0"/>
              <a:t>GNSS</a:t>
            </a:r>
            <a:r>
              <a:rPr lang="zh-CN" altLang="en-US" dirty="0"/>
              <a:t>模块的组合导航设计</a:t>
            </a:r>
            <a:endParaRPr lang="en-US" altLang="zh-CN" dirty="0"/>
          </a:p>
          <a:p>
            <a:r>
              <a:rPr lang="zh-CN" altLang="en-US" dirty="0"/>
              <a:t>与莫工一起进行华测设备的测试与研究。</a:t>
            </a:r>
          </a:p>
        </p:txBody>
      </p:sp>
    </p:spTree>
    <p:extLst>
      <p:ext uri="{BB962C8B-B14F-4D97-AF65-F5344CB8AC3E}">
        <p14:creationId xmlns:p14="http://schemas.microsoft.com/office/powerpoint/2010/main" val="3313437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96</Words>
  <Application>Microsoft Office PowerPoint</Application>
  <PresentationFormat>宽屏</PresentationFormat>
  <Paragraphs>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上周已完成任务</vt:lpstr>
      <vt:lpstr>本周任务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熊子杰</dc:creator>
  <cp:lastModifiedBy>熊子杰</cp:lastModifiedBy>
  <cp:revision>2</cp:revision>
  <dcterms:created xsi:type="dcterms:W3CDTF">2026-06-01T00:42:41Z</dcterms:created>
  <dcterms:modified xsi:type="dcterms:W3CDTF">2026-06-01T05:36:19Z</dcterms:modified>
</cp:coreProperties>
</file>